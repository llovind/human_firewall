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di sini. Tanya audiens: "Berapa banyak dari tim Anda yang akan klik link ini hari ini — tanpa berpikir dua kali?"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"Firewall, antivirus, IDS/IPS — semua itu tidak berdaya melawan manipulasi. Jawabannya bukan teknologi baru. Jawabannya adalah manusia yang lebih tajam intuisinya."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"Inilah blind spot strategis yang AFFERENT tutup — bukan menggantikan SIEM, tapi melengkapinya dengan lapisan telemetri manusia yang selama ini hilang."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"Dari klik pertama karyawan sampai alert masuk ke SOC — seluruh proses berjalan dalam kurang dari 30 detik, tanpa satu pun intervensi manual."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"Di sini karyawan bukan lagi ‘target’ simulasi — mereka aktif jadi sensor ancaman bagi tim SOC."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yang tidak dimiliki KnowBe4 atau Kaspersky ASAP — kemampuan bicara dalam bahasa CFO dengan basis data, bukan klaim kosong. ALE Calculator otomatis ada di roadmap Q4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Jika ada waktu, jalankan demo live. Jika tidak, tampilkan video recording yang sudah disiapkan.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Employee, a Sensor. Every Click, a Signal."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Phishing Simulation · Human-Powered Threat Intelligence · Behavioral Security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08476" y="640080"/>
            <a:ext cx="457200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991356" y="7772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image — karyawan + shield digital overlay, gradien biru-ungu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Klik. Rp 15 Juta. Hilang.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karyawan di divisi Finance mengklik satu link.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jam kemudian, kredensialnya sudah dipakai untuk transfer tidak sah.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Kerugian rata-rata per insiden: Rp 15.000.000.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554480"/>
            <a:ext cx="4937760" cy="32004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0" y="16916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Ikon email → klik → rantai error merah menyebar ke perusahaan (infographic)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Bukan Masalah Teknologi. Ini Masalah Manusia.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kebocoran data berawal dari faktor manusia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Verizon DBIR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6616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dari 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 akan klik link phishing tanpa pelatihan yang tepat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benchmark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6616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43 T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6676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siber Indonesia, 2024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nasional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120640" cy="21031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31520" y="40690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chart — 85% human factor vs 15% technical (merah utk human factor)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Celah yang Tidak Bisa Ditutup Firewall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😩 Training yang Diabaikan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45 menit, setahun sekali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 skip atau abaikan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Nol perubahan perilaku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🐌 Pelaporan yang Lambat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33172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 tidak tahu harus lapor ke mana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Tiket SOC menumpuk berjam-jam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Ancaman terlambat ditriase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66160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ROI yang Tak Terukur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33172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tak punya angka untuk CFO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ada “persentase selesai”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nilai bisnis konkret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91672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31520" y="457200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ikon ekspresif — orang mengantuk, jam pasir, grafik tanda tanya (merah/oranye)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Anda Merekam Semuanya — Kecuali Ini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292608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107259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dua lingkaran — Kiri: data yang dimiliki SIEM (firewall/server/IDS logs). Kanan: yang tidak terekam (perilaku manusia, tindakan karyawan, laporan ancaman). Gap di tengah = AFFERENT mengisi gap ini.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"Tim keamanan tahu ada serangan. Yang mereka tidak tahu: siapa, dari divisi mana, dan pola seperti apa yang berulang."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Memperkenalkan AFFERENT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"Kami mengubah perilaku risiko siber karyawan menjadi telemetri ancaman real-time."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“AFFERENT” diambil dari istilah neurologi — saraf afferent membawa sinyal dari indra tubuh ke otak pusat. Setiap karyawan menjadi “saraf sensorik” yang mengalirkan sinyal ancaman ke pusat komando keamanan.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56616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SIMULATE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Simulation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GoPhish Campaigns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743200"/>
            <a:ext cx="356616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DETECT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34747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Intelligence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 · urlscan.io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743200"/>
            <a:ext cx="356616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ENGAGE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34747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&amp; Daily Quiz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· Badges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AFFERENT Bekerja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32004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107259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flow diagram — Karyawan → GoPhish/Telegram Bot → n8n Orchestrator (auto-triage, VT scan, classify) → Flask Backend (save DB, update points, create ticket) → SOC Dashboard + Telegram Alert → CISO/Management (risk data, division analytics, compliance report)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DEMO — FLOW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Phishing Simulation &amp; Retraining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meluncurkan kampanye phishing lewat GoPhish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 klik link → otomatis terdeteksi (−10 poin)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 diarahkan ke Modul Retraining Tier 1/2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selesai → poin pulih sebagian (+5 / +10)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memperbarui peta risiko per divisi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57784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17920" y="18745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mockup tier1.html — halaman edukasi retraining (Tier 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3520440"/>
            <a:ext cx="557784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17920" y="365760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mini — klik → minus poin → training → plus poin (progression bar)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DEMO — FLOW 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Triase Ancaman via Telegram, di Bawah 30 Detik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 menemukan URL mencurigakan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ke @AfferentBot lewat Telegram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menjalankan scan VirusTotal v3 (70+ engine) + urlscan.io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malicious → +15 poin + tiket INC-XXXXXX otomatis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 langsung ke grup SOC di Telegram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577840" cy="2377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17920" y="187452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mockup chat Telegram — user kirim URL, bot balas hasil scan lengkap + konfirmasi poin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4251960"/>
            <a:ext cx="55778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17920" y="4389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visual "&lt;30 detik" dengan countdown effect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DEMO — FLOW 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Gamification: Security Training yang Ditunggu, Bukan Dihindari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Quiz → +10 poin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Fake → +5 poin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valid → +15 poin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phishing → −10 poin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Makna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🏆 Sentinel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130 poin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Garda terdepan human firewall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🛡️ Guardian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60–129 poin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Cukup aware, perlu latihan rutin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Vulnerable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60 poin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Prioritas retraining segera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737360"/>
            <a:ext cx="5577840" cy="356616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6217920" y="187452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Dashboard Employee Portal — reputation score bar, badge collection, streak counter, activity feed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Tumbuh 20%/Tahun — Belum Ada Pemain Dominan di Indonesia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400800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TAM &gt; SAM &gt; SOM — TAM: $2.1B→$8.5B (2023–2030); SAM: ~12.000 perusahaan terregulasi (Fintech/Bank/BUMN/Telco); SOM: 150 klien target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0" y="17373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 PDP No. 27/2022 — wajib training keamanan karyawan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OJK/BI — regulasi mitigasi risiko siber lembaga keuangan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20,4% — pertumbuhan industri Security Awareness global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Bisnis: B2B SaaS, Per-User Per-Month (PUPM)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All-in-One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$1.50 / user / bulan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$2.50 / user / bulan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22.500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37.500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GoPhish Simulation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Telegram Bot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Teams/Slack Bot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Badges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Dynamic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 Export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Phishing Templates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463040"/>
            <a:ext cx="4937760" cy="356616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6858000" y="16002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ARR 3 tahun — Th1: Rp270jt (5 klien); Th2: Rp1,4M (15 klien); Th3: Rp5,7M (40 klien)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Membuktikan ROI ke CFO — Model Estimasi Kerugian Tahunan (ALE)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angka karangan — dibangun dari benchmark industri publik, lalu dihitung ulang dengan data insiden klien saat pilot.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INDUSTRI (SUMBER PUBLIK)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6616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US$3,33 juta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Rata-rata biaya satu data breach di ASEAN, 2024 (naik 7% YoY)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Cost of a Data Breach Report 2024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356616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148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US$4,56 juta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6280" y="25786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Rata-rata biaya breach yang berawal dari phishing — vektor serangan paling umum di ASEAN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Cost of a Data Breach Report 2024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138160" y="2011680"/>
            <a:ext cx="356616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148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US$692.531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25786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Rata-rata biaya menahan SATU insiden kompromi kredensial phishing (organisasi besar AS mengalami &gt;5 insiden/tahun)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Ponemon Institute × Proofpoint, 2021 Cost of Phishing Study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ALE — DIISI DARI DATA KLIEN, BUKAN ANGKA TETAP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11091672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507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rata-rata 1 insiden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(data historis klien /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relevan)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66160" y="4096512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2336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023360" y="4507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insiden per tahun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(data historis klien)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4096512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23760" y="4507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tahunan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bisa dicegah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1091672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5138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di atas adalah konteks skala risiko global/ASEAN — bukan proyeksi finansial spesifik untuk klien. SLE dan ARO aktual dihitung dari data insiden klien saat pilot. ALE Calculator otomatis: roadmap Q4 2026.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IBM Cost of a Data Breach Report 2024 (ASEAN findings, dilaporkan Computer Weekly, Okt 2024) · Ponemon Institute / Proofpoint, 2021 Cost of Phishing Study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— Tiga Fase Ekspansi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(Q3–Q4 2026)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Partner Beta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mitra Fintech/BPR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1 bulan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Social proof &amp;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6616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(Q1–Q2 2027)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B2B Enterprise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ke CISO/IT Director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Sektor Keuangan &amp; Telco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Paid contracts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56616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(Q3 2027+)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4688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Partner &amp; MSSP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SEA Expansion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Scale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Bukan KnowBe4, Hoxhunt, atau Kaspersky ASAP?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1920240"/>
                <a:gridCol w="2194560"/>
                <a:gridCol w="2587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KnowBe4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Hoxhunt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Kaspersky ASAP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AFFERENT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UI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Add-in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Add-in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Portal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Chat-First + Web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Triaging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(jam)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Scoring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(jam)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Otomatis &lt; 30s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Multi-Engine Scan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VirusTotal + urlscan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Adaptive Gateway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Auto-Block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Dynamic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UU PDP Compliance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$$$$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$$$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$$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 (PUPM terjangkau)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37760"/>
            <a:ext cx="11091672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731520" y="50749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Radar/spider chart — 6 dimensi; AFFERENT unggul di 5 dari 6 dimensi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Unfair Advantage Kami — Chat-First &amp; Regulasi Lokal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Chat-First Interface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Kompetitor memaksa karyawan pindah ke platform baru. AFFERENT menemui karyawan di aplikasi yang sudah mereka pakai setiap hari — Telegram, lalu MS Teams dan Slack.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9496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Kepatuhan UU PDP Indonesia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Kompetitor global tidak dirancang untuk regulasi lokal. AFFERENT dibangun dari fondasi untuk memenuhi UU PDP No. 27/2022, dengan roadmap ISO IP Readiness.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1091672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31520" y="425196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2-panel visual — kiri: icon Telegram/Teams; kanan: bendera Indonesia + dokumen regulasi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4 Lapis — Modular dan Siap Skala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338328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107259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— Layer 4 Presentation (Next.js/Employee Portal+SOC Dashboard) → Layer 3 Analytics &amp; API (Flask/SQLite) → Layer 1 n8n Orchestrator + Layer 2 GoPhish + External APIs (VT/urlscan)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layer dapat di-scale atau di-swap independen. Telegram → MS Teams: ganti connector di n8n. SQLite → PostgreSQL: ganti driver di database.py.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— Siap Produksi, Teruji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grid — Flask/Python/SQLite · Next.js/React/TypeScript · n8n/Docker · VirusTotal/urlscan · Telegram/GoPhish · Bearer Token/Session/CORS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56052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Alasan Dipilih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Flask 3 + Python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Ringan, cepat diiterasi, ekosistem kaya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16 + React 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SSR, App Router, performa tinggi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Zero-config, portable, cukup untuk MVP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n8n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workflow, no-code friendly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Reproducible, deploy satu perintah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Platform — Defense in Depth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Transport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whitelist via ALLOWED_ORIGINS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enforced (production: valid cert)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Application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Bearer Token (SERVICE_API_KEY) untuk server-to-server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cookie admin dengan Flask secret key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magic link token (anti-IDOR)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&amp; SQLite dikecualikan via .gitignore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Anti-XSS: json.dumps() escaping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 &amp; spam throttling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89520" y="1554480"/>
            <a:ext cx="402336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0" y="1691640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 diagram 3-layer ring — Transport / Application / Data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Produk — Dari MVP ke Enterprise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✅ 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GoPhish Simulation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 Triage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Gamification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 PDP Compliance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IP Readiness Support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6616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 → NEXT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28600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Teams &amp; Slack Bot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AD/Okta SSO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Admin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ALE/SLE ROI Calculator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Templates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56616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 → FUTURE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0" y="228600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Integration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Phishing Gen (defensive)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Expansion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GRC Suite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Score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Threat Summary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Platform, Tiga Sudut Pandang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SOC OPS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Tickets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Cache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Policy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SOC Analyst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6616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AWARENESS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GoPhish Launcher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Tracker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Phishing Admin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56616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 GRC/EXEC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24688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Threat Brief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Score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Calculator (Q4 2026)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CISO / CFO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Klaim. Lihat Sendiri.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file EICAR test ke Telegram Bot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Amati respons bot dalam &lt; 15 detik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poin +15 muncul di Dashboard Employee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tiket SOC baru muncul di Admin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645920"/>
            <a:ext cx="5577840" cy="39319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217920" y="178308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— kiri: chat Telegram + bot response; kanan: SOC Dashboard incident ticket baru; panah + label “&lt; 30 detik”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Sudah Diuji. Siap untuk Pilot.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Live — 4-layer stack berjalan di Docker Compose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A teruji — phishing simulation + Tier 1/2 retraining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B teruji — VirusTotal + urlscan.io + Telegram alert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C teruji — gamification, quiz, streak, badge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Sedang dicari: 3–5 Design Partner (Fintech / BPR / BUMN)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645920"/>
            <a:ext cx="4023360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0" y="17830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tracker / checklist — checkmark hijau utk selesai, lingkaran kosong “NEXT” utk yang dicari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Jadikan Karyawan Anda Sensor Siber Terdepan</a:t>
            </a:r>
            <a:endParaRPr lang="en-US" sz="27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7665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Anda adalah…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Langkah Berikutnya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🏢 CISO / IT Director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Jadilah Design Partner — uji coba gratis 1 bulan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💼 Investor / Akselerator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Jadwalkan deep-dive session dengan tim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🤝 MSSP / System Integrator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Diskusi partnership &amp; channel program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645920"/>
            <a:ext cx="3657600" cy="219456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8138160" y="178308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→ landing page / demo request 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55280" y="4023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[email tim]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Telegram: @AfferentBot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[website/repo]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06324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“Karyawan Anda bisa jadi celah terbesar —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atau pertahanan terkuat.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Kami memastikan itu yang kedua.”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51276" y="4480560"/>
            <a:ext cx="54864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534156" y="4617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[ASSET]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closing image — karyawan dengan shield/armor digital overlay, tone memberdayakan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AFFERENT · 2026 · github.com/flyingsundaman/Afferent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2026-08-12T04:45:00Z</dcterms:created>
  <dcterms:modified xsi:type="dcterms:W3CDTF">2026-08-12T04:45:00Z</dcterms:modified>
</cp:coreProperties>
</file>